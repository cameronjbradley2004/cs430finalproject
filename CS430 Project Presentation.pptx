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c73c8723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c73c8723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c73c8723d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c73c8723d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c73c8723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c73c8723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c73c8723d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c73c8723d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cbe061f8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cbe061f8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c73c8723d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c73c8723d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cbe061f8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cbe061f8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Spending Tracker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CS430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Cameron Bradley &amp; Jack Duensing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Purpose/Scope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Web application used to track spending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Self server hosted web app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Facilitates multiple users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Provides analysis on spending habits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 single place for users to keep record of purchase history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Solely a storage, self </a:t>
            </a:r>
            <a:r>
              <a:rPr lang="en"/>
              <a:t>analysis</a:t>
            </a:r>
            <a:r>
              <a:rPr lang="en"/>
              <a:t> tool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Did not want to make another budgeting app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Focused on storage of purchase history and self analysis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Architecture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Server host performs the storage, retrieval, and publishing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User logs in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Their userID is captured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Graph data is collected with SQL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graphs are published with plotly to the user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Fully online web application</a:t>
            </a:r>
            <a:endParaRPr/>
          </a:p>
        </p:txBody>
      </p:sp>
      <p:pic>
        <p:nvPicPr>
          <p:cNvPr id="100" name="Google Shape;100;p15" title="DataPipelineVisualiz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400" y="815800"/>
            <a:ext cx="3177801" cy="411127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04600" y="3512850"/>
            <a:ext cx="24408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Tools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Samba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Github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Pandas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Plotly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Flask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2131200" y="3512850"/>
            <a:ext cx="24408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Tools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SQLAlchemy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GeoPy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Secrets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Hashlib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Architecture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3327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Microsoft SQL Server 2025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ChatGPT to create synthetic data for </a:t>
            </a:r>
            <a:r>
              <a:rPr lang="en"/>
              <a:t>analysis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Created 25 users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Created 1000 purchases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6" title="CS430ProjectE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565" y="1887300"/>
            <a:ext cx="4800810" cy="271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</a:t>
            </a:r>
            <a:r>
              <a:rPr lang="en"/>
              <a:t>Graphs</a:t>
            </a:r>
            <a:r>
              <a:rPr lang="en"/>
              <a:t> and Code Showcase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Purchases.Category, Purchases.Subcategory, Payments.Amount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FROM Purchases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JOIN Payments ON Purchases.PaymentID = Payments.PaymentID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WHERE Purchases.UserID = {userid}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ORDER BY Purchases.Category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7" title="Categories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42397"/>
            <a:ext cx="9144003" cy="1701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7650" y="12964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the different time frames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each time frame: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Slice data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Generate running total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Pivot data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Add trace to plot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dropdown that goes between the traces</a:t>
            </a:r>
            <a:endParaRPr/>
          </a:p>
        </p:txBody>
      </p:sp>
      <p:pic>
        <p:nvPicPr>
          <p:cNvPr id="122" name="Google Shape;122;p18" title="CumulativeAre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29207"/>
            <a:ext cx="9144001" cy="2314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7650" y="1238400"/>
            <a:ext cx="3844200" cy="3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Purchases.Category, Purchases.Subcategory, Payments.Amount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Purchases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Payments ON Purchases.PaymentID = Payments.PaymentID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UserID = {userid}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ORDER BY Purchases.TimeDate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grouped_count = pie_df.groupby(["Category", "Subcategory"]).size().reset_index(name="count")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categories = grouped_count["Category"].unique()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fig = go.Figure()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for i, category in enumerate(categories):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category_df = grouped_count[grouped_count["Category"] == category]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fig.add_trace(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go.Pie(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labels = category_df["Subcategory"],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values = category_df["count"],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name = category,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visible = (i == 0),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hovertemplate = "%{label}, %{value}&lt;extra&gt;&lt;/extra&gt;"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sz="1050">
              <a:solidFill>
                <a:schemeClr val="dk2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8" name="Google Shape;128;p19" title="PieCou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200" y="1606325"/>
            <a:ext cx="4927800" cy="2545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0" title="GeoScat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475" y="1043175"/>
            <a:ext cx="4942524" cy="25535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1340200"/>
            <a:ext cx="7688700" cy="29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 Purchases.TimeDate, Purchases.Location, Purchases.Category, Payments.Amount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Purchases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Payments ON Purchases.PaymentID = Payments.PaymentID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JOIN Users ON Purchases.UserID = Users.UserID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 Users.UserID = {userid}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ORDER BY Purchases.TimeDate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lonlat = []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def get_lonlat(location):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index = location.find(',')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city = location[:index]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state = location[-2:]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try: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geolocation = geolocator.geocode(f"{city}, {state}")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return (geolocation.latitude, geolocation.longitude)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except: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return (None, None)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location_df[["latitude", "longitude"]] = location_df["Location"].apply(lambda x: pd.Series(get_lonlat(x)))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fig = px.scatter_geo(location_df, lat = "latitude", lon = "longitude", color = "Category", size = "Amount", projection = 'albers usa')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